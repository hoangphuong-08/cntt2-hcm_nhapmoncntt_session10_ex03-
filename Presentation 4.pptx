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61153-2D1B-6E72-64D7-ADF410266671}" v="22" dt="2026-10-26T17:30:38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titeduvn-my.sharepoint.com/personal/phuongvnh_n26dtcn060_stu_ptit_edu_vn/Documents/Presentation%204_Bar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Tiếp nhận</c:v>
                </c:pt>
                <c:pt idx="1">
                  <c:v>Đóng gói</c:v>
                </c:pt>
                <c:pt idx="2">
                  <c:v>Tra cước &amp; Bàn giao</c:v>
                </c:pt>
                <c:pt idx="3">
                  <c:v>Vận chuyển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37-4FCD-9955-7D5FF08A40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Tiếp nhận</c:v>
                </c:pt>
                <c:pt idx="1">
                  <c:v>Đóng gói</c:v>
                </c:pt>
                <c:pt idx="2">
                  <c:v>Tra cước &amp; Bàn giao</c:v>
                </c:pt>
                <c:pt idx="3">
                  <c:v>Vận chuyển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37-4FCD-9955-7D5FF08A40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Tiếp nhận</c:v>
                </c:pt>
                <c:pt idx="1">
                  <c:v>Đóng gói</c:v>
                </c:pt>
                <c:pt idx="2">
                  <c:v>Tra cước &amp; Bàn giao</c:v>
                </c:pt>
                <c:pt idx="3">
                  <c:v>Vận chuyển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37-4FCD-9955-7D5FF08A40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86105968"/>
        <c:axId val="986101168"/>
      </c:barChart>
      <c:catAx>
        <c:axId val="986105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101168"/>
        <c:crosses val="autoZero"/>
        <c:auto val="1"/>
        <c:lblAlgn val="ctr"/>
        <c:lblOffset val="100"/>
        <c:noMultiLvlLbl val="0"/>
      </c:catAx>
      <c:valAx>
        <c:axId val="986101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10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104754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500" dirty="0" err="1">
                <a:ea typeface="+mj-lt"/>
                <a:cs typeface="+mj-lt"/>
              </a:rPr>
              <a:t>Tỷ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lệ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giao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trễ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tăng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cao</a:t>
            </a:r>
            <a:r>
              <a:rPr lang="en-US" sz="4500" dirty="0">
                <a:ea typeface="+mj-lt"/>
                <a:cs typeface="+mj-lt"/>
              </a:rPr>
              <a:t> do </a:t>
            </a:r>
            <a:r>
              <a:rPr lang="en-US" sz="4500" dirty="0" err="1">
                <a:ea typeface="+mj-lt"/>
                <a:cs typeface="+mj-lt"/>
              </a:rPr>
              <a:t>nghẽn</a:t>
            </a:r>
            <a:r>
              <a:rPr lang="en-US" sz="4500" dirty="0">
                <a:ea typeface="+mj-lt"/>
                <a:cs typeface="+mj-lt"/>
              </a:rPr>
              <a:t> 16 </a:t>
            </a:r>
            <a:r>
              <a:rPr lang="en-US" sz="4500" dirty="0" err="1">
                <a:ea typeface="+mj-lt"/>
                <a:cs typeface="+mj-lt"/>
              </a:rPr>
              <a:t>giờ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tra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cứu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cước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thủ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công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tại</a:t>
            </a:r>
            <a:r>
              <a:rPr lang="en-US" sz="4500" dirty="0">
                <a:ea typeface="+mj-lt"/>
                <a:cs typeface="+mj-lt"/>
              </a:rPr>
              <a:t> </a:t>
            </a:r>
            <a:r>
              <a:rPr lang="en-US" sz="4500" dirty="0" err="1">
                <a:ea typeface="+mj-lt"/>
                <a:cs typeface="+mj-lt"/>
              </a:rPr>
              <a:t>kho</a:t>
            </a:r>
            <a:endParaRPr lang="en-US" sz="4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8585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Báo </a:t>
            </a:r>
            <a:r>
              <a:rPr lang="en-US" dirty="0" err="1">
                <a:ea typeface="+mn-lt"/>
                <a:cs typeface="+mn-lt"/>
              </a:rPr>
              <a:t>cáo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hàng</a:t>
            </a:r>
            <a:r>
              <a:rPr lang="en-US" dirty="0">
                <a:ea typeface="+mn-lt"/>
                <a:cs typeface="+mn-lt"/>
              </a:rPr>
              <a:t> (KPI)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0FB509-B136-5E5D-0E43-BA649899B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717309"/>
              </p:ext>
            </p:extLst>
          </p:nvPr>
        </p:nvGraphicFramePr>
        <p:xfrm>
          <a:off x="237506" y="2513569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A193-945E-AE99-E203-63FB11D5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Quy trình 3 bước nhận đơn giúp shipper xuất kho dưới 3 phút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8CC05-B661-CA14-30A5-4C30371B0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1203" y="151884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lvl="1"/>
            <a:endParaRPr lang="en-US"/>
          </a:p>
          <a:p>
            <a:pPr lvl="2"/>
            <a:r>
              <a:rPr lang="en-US" sz="3000" b="1" dirty="0" err="1">
                <a:ea typeface="+mn-lt"/>
                <a:cs typeface="+mn-lt"/>
              </a:rPr>
              <a:t>Bước</a:t>
            </a:r>
            <a:r>
              <a:rPr lang="en-US" sz="3000" b="1" dirty="0">
                <a:ea typeface="+mn-lt"/>
                <a:cs typeface="+mn-lt"/>
              </a:rPr>
              <a:t> 1: </a:t>
            </a:r>
            <a:r>
              <a:rPr lang="en-US" sz="3000" b="1" dirty="0" err="1">
                <a:ea typeface="+mn-lt"/>
                <a:cs typeface="+mn-lt"/>
              </a:rPr>
              <a:t>Quét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mã</a:t>
            </a:r>
            <a:r>
              <a:rPr lang="en-US" sz="3000" b="1" dirty="0">
                <a:ea typeface="+mn-lt"/>
                <a:cs typeface="+mn-lt"/>
              </a:rPr>
              <a:t> QR</a:t>
            </a:r>
            <a:r>
              <a:rPr lang="en-US" sz="3000" dirty="0">
                <a:ea typeface="+mn-lt"/>
                <a:cs typeface="+mn-lt"/>
              </a:rPr>
              <a:t> — </a:t>
            </a:r>
            <a:r>
              <a:rPr lang="en-US" sz="3000" dirty="0" err="1">
                <a:ea typeface="+mn-lt"/>
                <a:cs typeface="+mn-lt"/>
              </a:rPr>
              <a:t>Quét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nhanh</a:t>
            </a:r>
            <a:r>
              <a:rPr lang="en-US" sz="3000" dirty="0">
                <a:ea typeface="+mn-lt"/>
                <a:cs typeface="+mn-lt"/>
              </a:rPr>
              <a:t> barcode </a:t>
            </a:r>
            <a:r>
              <a:rPr lang="en-US" sz="3000" dirty="0" err="1">
                <a:ea typeface="+mn-lt"/>
                <a:cs typeface="+mn-lt"/>
              </a:rPr>
              <a:t>trên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kiện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hàng</a:t>
            </a:r>
            <a:r>
              <a:rPr lang="en-US" sz="3000" dirty="0">
                <a:ea typeface="+mn-lt"/>
                <a:cs typeface="+mn-lt"/>
              </a:rPr>
              <a:t> qua app </a:t>
            </a:r>
            <a:r>
              <a:rPr lang="en-US" sz="3000" dirty="0" err="1">
                <a:ea typeface="+mn-lt"/>
                <a:cs typeface="+mn-lt"/>
              </a:rPr>
              <a:t>FastMove</a:t>
            </a:r>
            <a:r>
              <a:rPr lang="en-US" sz="3000" dirty="0">
                <a:ea typeface="+mn-lt"/>
                <a:cs typeface="+mn-lt"/>
              </a:rPr>
              <a:t>.</a:t>
            </a:r>
            <a:endParaRPr lang="en-US" sz="3000" dirty="0"/>
          </a:p>
          <a:p>
            <a:pPr lvl="2"/>
            <a:r>
              <a:rPr lang="en-US" sz="3000" b="1" dirty="0" err="1">
                <a:ea typeface="+mn-lt"/>
                <a:cs typeface="+mn-lt"/>
              </a:rPr>
              <a:t>Bước</a:t>
            </a:r>
            <a:r>
              <a:rPr lang="en-US" sz="3000" b="1" dirty="0">
                <a:ea typeface="+mn-lt"/>
                <a:cs typeface="+mn-lt"/>
              </a:rPr>
              <a:t> 2: </a:t>
            </a:r>
            <a:r>
              <a:rPr lang="en-US" sz="3000" b="1" dirty="0" err="1">
                <a:ea typeface="+mn-lt"/>
                <a:cs typeface="+mn-lt"/>
              </a:rPr>
              <a:t>Kiểm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tra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kiện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hàng</a:t>
            </a:r>
            <a:r>
              <a:rPr lang="en-US" sz="3000" dirty="0">
                <a:ea typeface="+mn-lt"/>
                <a:cs typeface="+mn-lt"/>
              </a:rPr>
              <a:t> — Soi </a:t>
            </a:r>
            <a:r>
              <a:rPr lang="en-US" sz="3000" dirty="0" err="1">
                <a:ea typeface="+mn-lt"/>
                <a:cs typeface="+mn-lt"/>
              </a:rPr>
              <a:t>tem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niêm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phong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và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từ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chối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nhận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nếu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rách</a:t>
            </a:r>
            <a:r>
              <a:rPr lang="en-US" sz="3000" dirty="0">
                <a:ea typeface="+mn-lt"/>
                <a:cs typeface="+mn-lt"/>
              </a:rPr>
              <a:t>/</a:t>
            </a:r>
            <a:r>
              <a:rPr lang="en-US" sz="3000" dirty="0" err="1">
                <a:ea typeface="+mn-lt"/>
                <a:cs typeface="+mn-lt"/>
              </a:rPr>
              <a:t>móp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méo</a:t>
            </a:r>
            <a:r>
              <a:rPr lang="en-US" sz="3000" dirty="0">
                <a:ea typeface="+mn-lt"/>
                <a:cs typeface="+mn-lt"/>
              </a:rPr>
              <a:t>.</a:t>
            </a:r>
            <a:endParaRPr lang="en-US" sz="3000" dirty="0"/>
          </a:p>
          <a:p>
            <a:pPr lvl="2"/>
            <a:r>
              <a:rPr lang="en-US" sz="3000" b="1" dirty="0" err="1">
                <a:ea typeface="+mn-lt"/>
                <a:cs typeface="+mn-lt"/>
              </a:rPr>
              <a:t>Bước</a:t>
            </a:r>
            <a:r>
              <a:rPr lang="en-US" sz="3000" b="1" dirty="0">
                <a:ea typeface="+mn-lt"/>
                <a:cs typeface="+mn-lt"/>
              </a:rPr>
              <a:t> 3: </a:t>
            </a:r>
            <a:r>
              <a:rPr lang="en-US" sz="3000" b="1" dirty="0" err="1">
                <a:ea typeface="+mn-lt"/>
                <a:cs typeface="+mn-lt"/>
              </a:rPr>
              <a:t>Xác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nhận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điện</a:t>
            </a:r>
            <a:r>
              <a:rPr lang="en-US" sz="3000" b="1" dirty="0">
                <a:ea typeface="+mn-lt"/>
                <a:cs typeface="+mn-lt"/>
              </a:rPr>
              <a:t> </a:t>
            </a:r>
            <a:r>
              <a:rPr lang="en-US" sz="3000" b="1" dirty="0" err="1">
                <a:ea typeface="+mn-lt"/>
                <a:cs typeface="+mn-lt"/>
              </a:rPr>
              <a:t>tử</a:t>
            </a:r>
            <a:r>
              <a:rPr lang="en-US" sz="3000" dirty="0">
                <a:ea typeface="+mn-lt"/>
                <a:cs typeface="+mn-lt"/>
              </a:rPr>
              <a:t> — </a:t>
            </a:r>
            <a:r>
              <a:rPr lang="en-US" sz="3000" dirty="0" err="1">
                <a:ea typeface="+mn-lt"/>
                <a:cs typeface="+mn-lt"/>
              </a:rPr>
              <a:t>Ký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nhận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trên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màn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hình</a:t>
            </a:r>
            <a:r>
              <a:rPr lang="en-US" sz="3000" dirty="0">
                <a:ea typeface="+mn-lt"/>
                <a:cs typeface="+mn-lt"/>
              </a:rPr>
              <a:t> app </a:t>
            </a:r>
            <a:r>
              <a:rPr lang="en-US" sz="3000" dirty="0" err="1">
                <a:ea typeface="+mn-lt"/>
                <a:cs typeface="+mn-lt"/>
              </a:rPr>
              <a:t>để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hoàn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tất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nhận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chuyến</a:t>
            </a:r>
            <a:r>
              <a:rPr lang="en-US" sz="3000" dirty="0">
                <a:ea typeface="+mn-lt"/>
                <a:cs typeface="+mn-lt"/>
              </a:rPr>
              <a:t>.</a:t>
            </a:r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36418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Tỷ lệ giao trễ tăng cao do nghẽn 16 giờ tra cứu cước thủ công tại kho</vt:lpstr>
      <vt:lpstr>Quy trình 3 bước nhận đơn giúp shipper xuất kho dưới 3 phút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</cp:revision>
  <dcterms:created xsi:type="dcterms:W3CDTF">2026-10-26T17:25:47Z</dcterms:created>
  <dcterms:modified xsi:type="dcterms:W3CDTF">2026-10-26T17:30:45Z</dcterms:modified>
</cp:coreProperties>
</file>